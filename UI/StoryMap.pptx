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86" autoAdjust="0"/>
    <p:restoredTop sz="94660"/>
  </p:normalViewPr>
  <p:slideViewPr>
    <p:cSldViewPr snapToGrid="0">
      <p:cViewPr varScale="1">
        <p:scale>
          <a:sx n="96" d="100"/>
          <a:sy n="96" d="100"/>
        </p:scale>
        <p:origin x="1188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80560A-1BA0-C947-B820-CACC53D1D4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810229B-45E0-7D53-9B25-3972DAFBC4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B347AA-1A75-0C02-2329-114D2B023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AE31A-DAD8-4C7D-9059-1F80F118BBF4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952C80-6258-C8E5-4AEC-AA376B244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0E8DB3-63BB-7B45-D456-27BFC5A36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020C1-8C42-43E7-9EAB-2642498A31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7586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1C591A-16F0-02CE-DA2A-052DAC8DD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9C21FD-DA6A-A8EE-EEB5-373D7E000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02D5FF-09D0-C5B8-F920-176989102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AE31A-DAD8-4C7D-9059-1F80F118BBF4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E7E617-E876-627C-1C5C-756ED850A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58FB9D-0E2C-79E1-9EE4-12E3D1180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020C1-8C42-43E7-9EAB-2642498A31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5905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00D986-3DFD-3665-F9EC-51FB2E540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62F7B74-C841-5A8E-7EBF-5D3CFB362D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2237B8-2B02-37BD-140E-0C2D07075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AE31A-DAD8-4C7D-9059-1F80F118BBF4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5CEE4A-1B7A-0566-8001-775FF6A82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5B2320-6509-111B-B37C-A32AD9413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020C1-8C42-43E7-9EAB-2642498A31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576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DD6719-2194-944C-B846-E29DED840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DF0689-49FE-B88E-C53C-EA66B76EDC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EF23F91-A161-7C63-F2DF-8EE72946E9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C5270D9-799E-6A9F-FF3E-790C95A36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AE31A-DAD8-4C7D-9059-1F80F118BBF4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535F598-8C8A-98F8-4343-D2C496A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492938F-05B4-455C-C975-C672FCAD4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020C1-8C42-43E7-9EAB-2642498A31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1052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54ADF1-B972-DCEF-7116-84A42ED78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0BB8B6E-A87E-7A5D-0D99-229551C6BE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D71B8D-62D0-DF7F-54C0-F742721031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AC17C70-171C-AC02-7C75-1CFBB4B08D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EBECF17-574A-54EF-E402-03A304EFB5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D9FF174-E39D-FE37-9FE4-1090281DD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AE31A-DAD8-4C7D-9059-1F80F118BBF4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6895549-66BD-8CFD-FEF3-A64AA0718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BF938A2-4FF3-F63E-A549-0BBA2AE68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020C1-8C42-43E7-9EAB-2642498A31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5427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EF9D84-E01C-C641-0ADC-2399001AA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6AE05A6-606F-39CE-E3D8-D99A3FB7E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AE31A-DAD8-4C7D-9059-1F80F118BBF4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17CA0F3-58D6-6B72-20E9-EB87D3531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FD6BA08-4383-282A-C769-E237B0FCA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020C1-8C42-43E7-9EAB-2642498A31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9148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ACDCB4B-E599-08C5-B74F-07E19C203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AE31A-DAD8-4C7D-9059-1F80F118BBF4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6EF41A4-6758-A43B-B683-15A1A522B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2B777F-6E26-2A23-E6D0-AE486B944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020C1-8C42-43E7-9EAB-2642498A31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2399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70F927-16E6-0382-B202-4C75F470D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A00877-B8F7-3DE8-70E5-30D8423AE1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EB9AD4-E8BE-3B35-C8DB-97D855CFE4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3F3C8D-4E8A-51B4-BC30-E69002565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AE31A-DAD8-4C7D-9059-1F80F118BBF4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EBFC593-E6CC-09CE-FE91-7B32CA2A4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978D7A3-0440-53D6-F7F6-8922A51FD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020C1-8C42-43E7-9EAB-2642498A31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7718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8CC7DE-958F-FE0C-13E0-774900A94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FD9D07F-D853-072D-7C37-0D5FCB7190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753FBAB-CBFE-CA15-4753-E83349407E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774FBB-1C68-EE61-4577-453082BE7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AE31A-DAD8-4C7D-9059-1F80F118BBF4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B0EDDCF-0947-4CF6-FD28-81D4D90FA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09FCFFC-D9C1-201B-6068-B751F4379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020C1-8C42-43E7-9EAB-2642498A31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9073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C15B1C-65CD-505F-9D75-84F577F45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059556D-B5C5-98E4-293E-CF719C53CC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F6FA6A-CBF2-0F54-B8BA-ACCA98654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AE31A-DAD8-4C7D-9059-1F80F118BBF4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B955F7-11CA-6526-5689-FF44F602E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CAE60B-BE98-BD5A-51AD-B4684A669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020C1-8C42-43E7-9EAB-2642498A31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5134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F59332E-0F8B-3EAE-C028-6B48D24E74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5DDCBA0-607E-AA48-D304-7652F3C68B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C61421-93A5-73C5-64A3-31726F5E3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AE31A-DAD8-4C7D-9059-1F80F118BBF4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57DD20-53A9-D0CB-1306-BB1253F83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37ED7B-12F4-85C8-08BD-760BAB51F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020C1-8C42-43E7-9EAB-2642498A31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5666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F1375DF-A390-B527-1F71-4530C9C1A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E0922D7-4E73-1A56-8C7A-C160DB0096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3BC4C9-3B8B-5A96-8EC8-A363A33E73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3AE31A-DAD8-4C7D-9059-1F80F118BBF4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02F5E7-B41F-9DF7-7EA8-2925044A29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F206C9-5212-F08A-4C81-F093ABBBEB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C020C1-8C42-43E7-9EAB-2642498A31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507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2F1341E-A66B-2AAB-90BE-A2F3DD70D4B1}"/>
              </a:ext>
            </a:extLst>
          </p:cNvPr>
          <p:cNvSpPr/>
          <p:nvPr/>
        </p:nvSpPr>
        <p:spPr>
          <a:xfrm>
            <a:off x="2701787" y="1356691"/>
            <a:ext cx="6788426" cy="4144618"/>
          </a:xfrm>
          <a:prstGeom prst="roundRect">
            <a:avLst>
              <a:gd name="adj" fmla="val 3272"/>
            </a:avLst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B85A2072-7A87-1166-41E2-12D3E8FFAE2A}"/>
              </a:ext>
            </a:extLst>
          </p:cNvPr>
          <p:cNvGrpSpPr/>
          <p:nvPr/>
        </p:nvGrpSpPr>
        <p:grpSpPr>
          <a:xfrm>
            <a:off x="9086005" y="1432873"/>
            <a:ext cx="324711" cy="324711"/>
            <a:chOff x="974035" y="715616"/>
            <a:chExt cx="268356" cy="268356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F9A856E6-F561-FDF5-D5CC-A010F6B45212}"/>
                </a:ext>
              </a:extLst>
            </p:cNvPr>
            <p:cNvSpPr/>
            <p:nvPr/>
          </p:nvSpPr>
          <p:spPr>
            <a:xfrm>
              <a:off x="974035" y="715616"/>
              <a:ext cx="268356" cy="268356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더하기 기호 6">
              <a:extLst>
                <a:ext uri="{FF2B5EF4-FFF2-40B4-BE49-F238E27FC236}">
                  <a16:creationId xmlns:a16="http://schemas.microsoft.com/office/drawing/2014/main" id="{FEBFC788-5AF1-25BA-A260-F2729FC83DB0}"/>
                </a:ext>
              </a:extLst>
            </p:cNvPr>
            <p:cNvSpPr/>
            <p:nvPr/>
          </p:nvSpPr>
          <p:spPr>
            <a:xfrm rot="2700000">
              <a:off x="982625" y="724206"/>
              <a:ext cx="251177" cy="251177"/>
            </a:xfrm>
            <a:prstGeom prst="mathPlus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CE414FA5-B445-0A9B-26EB-75DA3F1082EA}"/>
              </a:ext>
            </a:extLst>
          </p:cNvPr>
          <p:cNvSpPr txBox="1"/>
          <p:nvPr/>
        </p:nvSpPr>
        <p:spPr>
          <a:xfrm>
            <a:off x="5772834" y="1410562"/>
            <a:ext cx="646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>
                <a:latin typeface="HY헤드라인M" panose="02030600000101010101" pitchFamily="18" charset="-127"/>
                <a:ea typeface="HY헤드라인M" panose="02030600000101010101" pitchFamily="18" charset="-127"/>
              </a:rPr>
              <a:t>지도</a:t>
            </a:r>
          </a:p>
        </p:txBody>
      </p:sp>
    </p:spTree>
    <p:extLst>
      <p:ext uri="{BB962C8B-B14F-4D97-AF65-F5344CB8AC3E}">
        <p14:creationId xmlns:p14="http://schemas.microsoft.com/office/powerpoint/2010/main" val="38019598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</Words>
  <Application>Microsoft Office PowerPoint</Application>
  <PresentationFormat>와이드스크린</PresentationFormat>
  <Paragraphs>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HY헤드라인M</vt:lpstr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kiyeon park</dc:creator>
  <cp:lastModifiedBy>kiyeon park</cp:lastModifiedBy>
  <cp:revision>7</cp:revision>
  <dcterms:created xsi:type="dcterms:W3CDTF">2026-02-07T14:56:01Z</dcterms:created>
  <dcterms:modified xsi:type="dcterms:W3CDTF">2026-02-08T07:18:51Z</dcterms:modified>
</cp:coreProperties>
</file>